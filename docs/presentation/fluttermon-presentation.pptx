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70" r:id="rId2"/>
    <p:sldId id="264" r:id="rId3"/>
    <p:sldId id="257" r:id="rId4"/>
    <p:sldId id="258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71" r:id="rId13"/>
    <p:sldId id="263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6D8"/>
    <a:srgbClr val="F5EDC6"/>
    <a:srgbClr val="F8D620"/>
    <a:srgbClr val="FDFF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8"/>
  </p:normalViewPr>
  <p:slideViewPr>
    <p:cSldViewPr snapToGrid="0">
      <p:cViewPr>
        <p:scale>
          <a:sx n="115" d="100"/>
          <a:sy n="115" d="100"/>
        </p:scale>
        <p:origin x="496" y="360"/>
      </p:cViewPr>
      <p:guideLst/>
    </p:cSldViewPr>
  </p:slideViewPr>
  <p:notesTextViewPr>
    <p:cViewPr>
      <p:scale>
        <a:sx n="180" d="100"/>
        <a:sy n="18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358F7-24FD-6A4B-B0A5-D74F1DF280F5}" type="datetimeFigureOut">
              <a:rPr lang="de-DE" smtClean="0"/>
              <a:t>29.05.26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EB35E-6FBB-E949-9AD3-5F242B4866B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0334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FEB35E-6FBB-E949-9AD3-5F242B4866B5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900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800650-0ACA-78A0-C4D9-4151500F7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B832A6-BFAA-62F8-2BDE-AA02C88E7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ECC210-CFB9-28E5-68CA-EECCA620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E13A71-788B-67C9-EAC8-61D9E957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917D62-F109-613B-6061-B70DCE16A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523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90136E-B5D9-F9AF-76CB-5DCE5CF0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017BA8-5F8C-31CD-7B25-B7A092E62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69FA24-B49D-1F3C-1777-7E2C11DC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D052D1-7776-912F-0146-5600F17A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6CA7B9-83FA-F399-A4F9-BB3FBCD8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335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BA219A-0004-8D50-B487-2F048B60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059FA7-1A6D-8C60-E4B2-3336D9AAB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E81087-0F1A-DB17-1321-7DD280F7E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5D8C15-5C55-E2C7-1B9F-09B7D42F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452044-09BA-DE4C-607F-D9AA43FF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0561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3CE2DB-8F22-75FE-A056-E0D77C035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AA99C6-85F1-D5B5-7DE0-B5178F3F8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12F2BB-65F2-3B61-91ED-F25BA3DE3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DBE375-27F6-2130-6594-9368CE9AD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98BBF9-7EF8-BB8E-668B-388943BF3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3D19E39-083F-5674-539E-238B9E16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7027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4676A6-70E3-D493-9D2D-57A45886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86458-47B2-32AE-F36E-9D9B6E1BE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FDC0F9-FAE2-EB80-085F-EF4FF37F5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139E3D9-5B2C-018D-3FF0-27E0BC790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7E6052C-F45B-558F-44FF-B484F3569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BA9AD11-C222-8865-194D-1FD8E0330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15A37C5-9F28-9F39-A529-FCA69FB0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1EB22B4-7F16-D5C5-1005-05C31A60D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1755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2F163F-E17A-C01D-D703-1645A686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9CAD20-1DAE-21EA-17FA-EB2E9318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83A4C9-DB90-0640-7D1B-25B442CC0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6103FA3-93AA-DD32-594D-F5A278B31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924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22106F-3518-B266-9D49-CDC34DCF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6D58A47-88A1-3441-4869-10BCA0D2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83887A-5C5A-1323-8B7F-66F257FFC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672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6A5402-2163-2015-B5BB-22CDC5DC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787103-F10B-D1DA-B4F0-C5B0A7324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3C762AC-B494-231B-9A2C-2AEF542519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A73E175-39C3-3704-467D-C23EB751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876EAF-2176-A142-805C-55130146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319689-EFEE-ADD9-30AD-8A07FE139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89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BAE901-1DF2-6B8F-2832-1CE4E71C9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50C954D-AC0B-35C4-0320-9EA44058B3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7966296-49E2-480D-F322-F9B7C41C8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A5BA6A3-4D45-F026-A988-58F17AAA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7008E0-33C7-1DD1-4256-F4D09C40E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E6C060-9E2A-FD1A-0EFF-C12EF172A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036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5A7CA0-C9A8-EB64-E3E2-D83AE89D2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A15D160-63FF-FBAE-925F-8426D4A17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7B057C-D6B7-FF66-4AFB-0DF088416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B092FC-D064-6073-1010-AE69672AC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2DF485-0C90-B342-7299-53BCD37D6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179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8AA8DD1-472E-2EC5-BAA1-C8C27AE37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5CEBC0-E0E9-4CB8-8831-F12B776ED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1FB11F-5C7C-F09D-C44C-024C5582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4F5432-B119-A3CF-40AD-905B75458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69D2A57-BAFC-D1E9-8BB9-8275FA5B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6849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9EEF026-9CCB-BB8F-409B-931A44E6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12A498-D955-9D11-5895-B42C03CF3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FC1B047-1CE3-E015-2846-F4D73AA0F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244CF5-46A9-31E3-2872-3A16F7845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77B7C9-6AB3-4C57-53DB-5CBD78E27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71C8D-2AF5-254F-A416-7677BCABA96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7467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7BA3A-7A84-81B4-50DD-0598A18F1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B4F0B9D7-889F-E376-8D5A-E85B0A4FC7B1}"/>
              </a:ext>
            </a:extLst>
          </p:cNvPr>
          <p:cNvSpPr/>
          <p:nvPr/>
        </p:nvSpPr>
        <p:spPr>
          <a:xfrm>
            <a:off x="0" y="0"/>
            <a:ext cx="9133490" cy="6858000"/>
          </a:xfrm>
          <a:prstGeom prst="rect">
            <a:avLst/>
          </a:prstGeom>
          <a:solidFill>
            <a:srgbClr val="F8D6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093346C-C86B-2868-A3CC-61D0D0891AC3}"/>
              </a:ext>
            </a:extLst>
          </p:cNvPr>
          <p:cNvSpPr/>
          <p:nvPr/>
        </p:nvSpPr>
        <p:spPr>
          <a:xfrm>
            <a:off x="9133490" y="0"/>
            <a:ext cx="3058510" cy="6858000"/>
          </a:xfrm>
          <a:prstGeom prst="rect">
            <a:avLst/>
          </a:prstGeom>
          <a:solidFill>
            <a:srgbClr val="F5ED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516FF8-8FF1-9FD9-A2D4-62E3EC782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5765" y="1133366"/>
            <a:ext cx="9144000" cy="2387600"/>
          </a:xfrm>
        </p:spPr>
        <p:txBody>
          <a:bodyPr>
            <a:normAutofit/>
          </a:bodyPr>
          <a:lstStyle/>
          <a:p>
            <a:r>
              <a:rPr lang="de-DE" sz="11000" b="1" dirty="0">
                <a:solidFill>
                  <a:schemeClr val="bg1"/>
                </a:solidFill>
              </a:rPr>
              <a:t>FLUTTERMON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990B8A-B792-66BE-6D1D-C2A6B8597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1020" y="3547237"/>
            <a:ext cx="9144000" cy="1655762"/>
          </a:xfrm>
        </p:spPr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Discover, </a:t>
            </a:r>
            <a:r>
              <a:rPr lang="de-DE" dirty="0" err="1">
                <a:solidFill>
                  <a:schemeClr val="bg1"/>
                </a:solidFill>
              </a:rPr>
              <a:t>collect</a:t>
            </a:r>
            <a:r>
              <a:rPr lang="de-DE" dirty="0">
                <a:solidFill>
                  <a:schemeClr val="bg1"/>
                </a:solidFill>
              </a:rPr>
              <a:t>, and </a:t>
            </a:r>
            <a:r>
              <a:rPr lang="de-DE" dirty="0" err="1">
                <a:solidFill>
                  <a:schemeClr val="bg1"/>
                </a:solidFill>
              </a:rPr>
              <a:t>build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your</a:t>
            </a:r>
            <a:r>
              <a:rPr lang="de-DE" dirty="0">
                <a:solidFill>
                  <a:schemeClr val="bg1"/>
                </a:solidFill>
              </a:rPr>
              <a:t> Pokémon </a:t>
            </a:r>
            <a:r>
              <a:rPr lang="de-DE" dirty="0" err="1">
                <a:solidFill>
                  <a:schemeClr val="bg1"/>
                </a:solidFill>
              </a:rPr>
              <a:t>team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E772A3-294E-59C4-7511-1C742DBB7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F0CD58-4C1E-986F-76E3-1377958B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Mobile </a:t>
            </a:r>
            <a:r>
              <a:rPr lang="de-DE" dirty="0" err="1"/>
              <a:t>Applications</a:t>
            </a:r>
            <a:r>
              <a:rPr lang="de-DE" dirty="0"/>
              <a:t>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F0150E-3222-4BB6-43E3-3371F6027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1</a:t>
            </a:fld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39A71F6E-FBE2-D765-FA14-59F65AE7E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527" y="1301845"/>
            <a:ext cx="4388892" cy="462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38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633104-266D-19CF-04EA-DC5B5AED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Architecture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395623-E75D-6A73-419C-DC62FEE5F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7262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lib</a:t>
            </a:r>
            <a:r>
              <a:rPr lang="de-DE" dirty="0"/>
              <a:t>/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err="1"/>
              <a:t>models</a:t>
            </a:r>
            <a:r>
              <a:rPr lang="de-DE" dirty="0"/>
              <a:t>/	</a:t>
            </a:r>
            <a:r>
              <a:rPr lang="de-DE" i="1" dirty="0"/>
              <a:t>Data </a:t>
            </a:r>
            <a:r>
              <a:rPr lang="de-DE" i="1" dirty="0" err="1"/>
              <a:t>classes</a:t>
            </a:r>
            <a:r>
              <a:rPr lang="de-DE" i="1" dirty="0"/>
              <a:t>, JSON </a:t>
            </a:r>
            <a:r>
              <a:rPr lang="de-DE" i="1" dirty="0" err="1"/>
              <a:t>parsing</a:t>
            </a:r>
            <a:endParaRPr lang="de-DE" i="1" dirty="0"/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err="1"/>
              <a:t>services</a:t>
            </a:r>
            <a:r>
              <a:rPr lang="de-DE" dirty="0"/>
              <a:t>/	</a:t>
            </a:r>
            <a:r>
              <a:rPr lang="de-DE" i="1" dirty="0"/>
              <a:t>API </a:t>
            </a:r>
            <a:r>
              <a:rPr lang="de-DE" i="1" dirty="0" err="1"/>
              <a:t>calls</a:t>
            </a:r>
            <a:r>
              <a:rPr lang="de-DE" i="1" dirty="0"/>
              <a:t>, </a:t>
            </a:r>
            <a:r>
              <a:rPr lang="de-DE" i="1" dirty="0" err="1"/>
              <a:t>asset</a:t>
            </a:r>
            <a:r>
              <a:rPr lang="de-DE" i="1" dirty="0"/>
              <a:t> </a:t>
            </a:r>
            <a:r>
              <a:rPr lang="de-DE" i="1" dirty="0" err="1"/>
              <a:t>loading</a:t>
            </a:r>
            <a:r>
              <a:rPr lang="de-DE" i="1" dirty="0"/>
              <a:t>, </a:t>
            </a:r>
            <a:r>
              <a:rPr lang="de-DE" i="1" dirty="0" err="1"/>
              <a:t>SharePreferences</a:t>
            </a:r>
            <a:r>
              <a:rPr lang="de-DE" i="1" dirty="0"/>
              <a:t> Access</a:t>
            </a:r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err="1"/>
              <a:t>providers</a:t>
            </a:r>
            <a:r>
              <a:rPr lang="de-DE" dirty="0"/>
              <a:t>/	</a:t>
            </a:r>
            <a:r>
              <a:rPr lang="de-DE" i="1" dirty="0" err="1"/>
              <a:t>ChangeNotifier</a:t>
            </a:r>
            <a:r>
              <a:rPr lang="de-DE" i="1" dirty="0"/>
              <a:t> </a:t>
            </a:r>
            <a:r>
              <a:rPr lang="de-DE" i="1" dirty="0" err="1"/>
              <a:t>state</a:t>
            </a:r>
            <a:r>
              <a:rPr lang="de-DE" i="1" dirty="0"/>
              <a:t> and </a:t>
            </a:r>
            <a:r>
              <a:rPr lang="de-DE" i="1" dirty="0" err="1"/>
              <a:t>app</a:t>
            </a:r>
            <a:r>
              <a:rPr lang="de-DE" i="1" dirty="0"/>
              <a:t> </a:t>
            </a:r>
            <a:r>
              <a:rPr lang="de-DE" i="1" dirty="0" err="1"/>
              <a:t>logic</a:t>
            </a:r>
            <a:endParaRPr lang="de-DE" i="1" dirty="0"/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err="1"/>
              <a:t>screens</a:t>
            </a:r>
            <a:r>
              <a:rPr lang="de-DE" dirty="0"/>
              <a:t>/	</a:t>
            </a:r>
            <a:r>
              <a:rPr lang="de-DE" i="1" dirty="0"/>
              <a:t>Full </a:t>
            </a:r>
            <a:r>
              <a:rPr lang="de-DE" i="1" dirty="0" err="1"/>
              <a:t>app</a:t>
            </a:r>
            <a:r>
              <a:rPr lang="de-DE" i="1" dirty="0"/>
              <a:t> </a:t>
            </a:r>
            <a:r>
              <a:rPr lang="de-DE" i="1" dirty="0" err="1"/>
              <a:t>screens</a:t>
            </a:r>
            <a:endParaRPr lang="de-DE" i="1" dirty="0"/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err="1"/>
              <a:t>widgets</a:t>
            </a:r>
            <a:r>
              <a:rPr lang="de-DE" dirty="0"/>
              <a:t>/	</a:t>
            </a:r>
            <a:r>
              <a:rPr lang="de-DE" i="1" dirty="0" err="1"/>
              <a:t>Reusable</a:t>
            </a:r>
            <a:r>
              <a:rPr lang="de-DE" i="1" dirty="0"/>
              <a:t> UI </a:t>
            </a:r>
            <a:r>
              <a:rPr lang="de-DE" i="1" dirty="0" err="1"/>
              <a:t>components</a:t>
            </a:r>
            <a:endParaRPr lang="de-DE" i="1" dirty="0"/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err="1"/>
              <a:t>validators</a:t>
            </a:r>
            <a:r>
              <a:rPr lang="de-DE" dirty="0"/>
              <a:t>/	</a:t>
            </a:r>
            <a:r>
              <a:rPr lang="de-DE" i="1" dirty="0"/>
              <a:t>Input </a:t>
            </a:r>
            <a:r>
              <a:rPr lang="de-DE" i="1" dirty="0" err="1"/>
              <a:t>validation</a:t>
            </a:r>
            <a:r>
              <a:rPr lang="de-DE" i="1" dirty="0"/>
              <a:t> </a:t>
            </a:r>
            <a:r>
              <a:rPr lang="de-DE" i="1" dirty="0" err="1"/>
              <a:t>functions</a:t>
            </a:r>
            <a:r>
              <a:rPr lang="de-DE" i="1" dirty="0"/>
              <a:t> outside </a:t>
            </a:r>
            <a:r>
              <a:rPr lang="de-DE" i="1" dirty="0" err="1"/>
              <a:t>widgets</a:t>
            </a:r>
            <a:endParaRPr lang="de-DE" i="1" dirty="0"/>
          </a:p>
          <a:p>
            <a:pPr marL="0" indent="0">
              <a:buNone/>
            </a:pPr>
            <a:r>
              <a:rPr lang="de-DE" dirty="0"/>
              <a:t>	</a:t>
            </a:r>
            <a:r>
              <a:rPr lang="de-DE" dirty="0" err="1"/>
              <a:t>theme</a:t>
            </a:r>
            <a:r>
              <a:rPr lang="de-DE" dirty="0"/>
              <a:t>/	</a:t>
            </a:r>
            <a:r>
              <a:rPr lang="de-DE" i="1" dirty="0" err="1"/>
              <a:t>ThemeData</a:t>
            </a:r>
            <a:r>
              <a:rPr lang="de-DE" i="1" dirty="0"/>
              <a:t>, </a:t>
            </a:r>
            <a:r>
              <a:rPr lang="de-DE" i="1" dirty="0" err="1"/>
              <a:t>colors</a:t>
            </a:r>
            <a:r>
              <a:rPr lang="de-DE" i="1" dirty="0"/>
              <a:t>, </a:t>
            </a:r>
            <a:r>
              <a:rPr lang="de-DE" i="1" dirty="0" err="1"/>
              <a:t>theme</a:t>
            </a:r>
            <a:r>
              <a:rPr lang="de-DE" i="1" dirty="0"/>
              <a:t> </a:t>
            </a:r>
            <a:r>
              <a:rPr lang="de-DE" i="1" dirty="0" err="1"/>
              <a:t>extensions</a:t>
            </a:r>
            <a:endParaRPr lang="de-DE" i="1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C26512-4A8B-8957-7B3F-3A7821F0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7C6837-7860-4082-96AD-7C66A4785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10789E-9DD9-2DBB-8871-EB5C593D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2</a:t>
            </a:fld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EBFE4175-45D7-23B7-B686-FB54375E50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8" t="18393" r="5438" b="31064"/>
          <a:stretch>
            <a:fillRect/>
          </a:stretch>
        </p:blipFill>
        <p:spPr>
          <a:xfrm>
            <a:off x="8153400" y="6469793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5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FDE257-A4B2-488B-BCAE-CC677E326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5713071" cy="1325563"/>
          </a:xfrm>
        </p:spPr>
        <p:txBody>
          <a:bodyPr/>
          <a:lstStyle/>
          <a:p>
            <a:r>
              <a:rPr lang="de-DE" dirty="0"/>
              <a:t>Main Screen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58D5A6-33E6-13F5-AD02-31A456CE5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369E97-E921-BBAE-FF77-C92B33AD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F30697E-DEF2-0964-6177-88A289A2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3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BD713A2-967F-D09D-E516-141776D8AB15}"/>
              </a:ext>
            </a:extLst>
          </p:cNvPr>
          <p:cNvSpPr txBox="1"/>
          <p:nvPr/>
        </p:nvSpPr>
        <p:spPr>
          <a:xfrm>
            <a:off x="838200" y="1985146"/>
            <a:ext cx="64307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Full </a:t>
            </a:r>
            <a:r>
              <a:rPr lang="de-DE" sz="2400" dirty="0" err="1"/>
              <a:t>view</a:t>
            </a:r>
            <a:r>
              <a:rPr lang="de-DE" sz="2400" dirty="0"/>
              <a:t> </a:t>
            </a:r>
            <a:r>
              <a:rPr lang="de-DE" sz="2400" dirty="0" err="1"/>
              <a:t>of</a:t>
            </a:r>
            <a:r>
              <a:rPr lang="de-DE" sz="2400" dirty="0"/>
              <a:t> all </a:t>
            </a:r>
            <a:r>
              <a:rPr lang="de-DE" sz="2400" dirty="0" err="1"/>
              <a:t>pokemon</a:t>
            </a:r>
            <a:r>
              <a:rPr lang="de-DE" sz="2400" dirty="0"/>
              <a:t> (</a:t>
            </a:r>
            <a:r>
              <a:rPr lang="de-DE" sz="2400" dirty="0" err="1"/>
              <a:t>local</a:t>
            </a:r>
            <a:r>
              <a:rPr lang="de-DE" sz="2400" dirty="0"/>
              <a:t> .</a:t>
            </a:r>
            <a:r>
              <a:rPr lang="de-DE" sz="2400" dirty="0" err="1"/>
              <a:t>json</a:t>
            </a:r>
            <a:r>
              <a:rPr lang="de-DE" sz="2400" dirty="0"/>
              <a:t>)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Images </a:t>
            </a:r>
            <a:r>
              <a:rPr lang="de-DE" sz="2400" dirty="0" err="1"/>
              <a:t>fetched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github.com</a:t>
            </a:r>
            <a:endParaRPr lang="de-DE" sz="2400" dirty="0"/>
          </a:p>
          <a:p>
            <a:pPr marL="285750" indent="-285750">
              <a:buFontTx/>
              <a:buChar char="-"/>
            </a:pPr>
            <a:r>
              <a:rPr lang="de-DE" sz="2400" dirty="0" err="1"/>
              <a:t>CustomScrollView</a:t>
            </a:r>
            <a:r>
              <a:rPr lang="de-DE" sz="2400" dirty="0"/>
              <a:t> </a:t>
            </a:r>
            <a:r>
              <a:rPr lang="de-DE" sz="2400" dirty="0" err="1"/>
              <a:t>using</a:t>
            </a:r>
            <a:r>
              <a:rPr lang="de-DE" sz="2400" dirty="0"/>
              <a:t> Slivers </a:t>
            </a:r>
            <a:r>
              <a:rPr lang="de-DE" sz="2400" dirty="0" err="1"/>
              <a:t>with</a:t>
            </a:r>
            <a:r>
              <a:rPr lang="de-DE" sz="2400" dirty="0"/>
              <a:t> Infinite Scrolling*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Search Bar</a:t>
            </a:r>
          </a:p>
          <a:p>
            <a:pPr marL="285750" indent="-285750">
              <a:buFontTx/>
              <a:buChar char="-"/>
            </a:pPr>
            <a:r>
              <a:rPr lang="de-DE" sz="2400" dirty="0" err="1"/>
              <a:t>Clickable</a:t>
            </a:r>
            <a:r>
              <a:rPr lang="de-DE" sz="2400" dirty="0"/>
              <a:t> </a:t>
            </a:r>
            <a:r>
              <a:rPr lang="de-DE" sz="2400" dirty="0" err="1"/>
              <a:t>Pokemon</a:t>
            </a:r>
            <a:r>
              <a:rPr lang="de-DE" sz="2400" dirty="0"/>
              <a:t> Cards 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B564CCD-0E26-008E-13B3-36EEBE35F9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33"/>
          <a:stretch>
            <a:fillRect/>
          </a:stretch>
        </p:blipFill>
        <p:spPr>
          <a:xfrm>
            <a:off x="7367238" y="0"/>
            <a:ext cx="4114800" cy="700642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CC6B5F19-AC18-00AF-8648-10B996E98576}"/>
              </a:ext>
            </a:extLst>
          </p:cNvPr>
          <p:cNvSpPr txBox="1"/>
          <p:nvPr/>
        </p:nvSpPr>
        <p:spPr>
          <a:xfrm>
            <a:off x="880592" y="6079351"/>
            <a:ext cx="64866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* </a:t>
            </a:r>
            <a:r>
              <a:rPr lang="de-DE" sz="1200" dirty="0" err="1"/>
              <a:t>ScrollController</a:t>
            </a:r>
            <a:r>
              <a:rPr lang="de-DE" sz="1200" dirty="0"/>
              <a:t> </a:t>
            </a:r>
            <a:r>
              <a:rPr lang="de-DE" sz="1200" dirty="0" err="1"/>
              <a:t>detects</a:t>
            </a:r>
            <a:r>
              <a:rPr lang="de-DE" sz="1200" dirty="0"/>
              <a:t> </a:t>
            </a:r>
            <a:r>
              <a:rPr lang="de-DE" sz="1200" dirty="0" err="1"/>
              <a:t>when</a:t>
            </a:r>
            <a:r>
              <a:rPr lang="de-DE" sz="1200" dirty="0"/>
              <a:t> </a:t>
            </a:r>
            <a:r>
              <a:rPr lang="de-DE" sz="1200" dirty="0" err="1"/>
              <a:t>user</a:t>
            </a:r>
            <a:r>
              <a:rPr lang="de-DE" sz="1200" dirty="0"/>
              <a:t> </a:t>
            </a:r>
            <a:r>
              <a:rPr lang="de-DE" sz="1200" dirty="0" err="1"/>
              <a:t>is</a:t>
            </a:r>
            <a:r>
              <a:rPr lang="de-DE" sz="1200" dirty="0"/>
              <a:t> </a:t>
            </a:r>
            <a:r>
              <a:rPr lang="de-DE" sz="1200" dirty="0" err="1"/>
              <a:t>near</a:t>
            </a:r>
            <a:r>
              <a:rPr lang="de-DE" sz="1200" dirty="0"/>
              <a:t> </a:t>
            </a:r>
            <a:r>
              <a:rPr lang="de-DE" sz="1200" dirty="0" err="1"/>
              <a:t>bottom</a:t>
            </a:r>
            <a:r>
              <a:rPr lang="de-DE" sz="1200" dirty="0"/>
              <a:t>: </a:t>
            </a:r>
            <a:r>
              <a:rPr lang="de-DE" sz="1200" dirty="0" err="1"/>
              <a:t>less</a:t>
            </a:r>
            <a:r>
              <a:rPr lang="de-DE" sz="1200" dirty="0"/>
              <a:t> </a:t>
            </a:r>
            <a:r>
              <a:rPr lang="de-DE" sz="1200" dirty="0" err="1"/>
              <a:t>than</a:t>
            </a:r>
            <a:r>
              <a:rPr lang="de-DE" sz="1200" dirty="0"/>
              <a:t> 480px -&gt; </a:t>
            </a:r>
            <a:r>
              <a:rPr lang="de-DE" sz="1200" dirty="0" err="1"/>
              <a:t>call</a:t>
            </a:r>
            <a:r>
              <a:rPr lang="de-DE" sz="1200" dirty="0"/>
              <a:t> </a:t>
            </a:r>
            <a:r>
              <a:rPr lang="de-DE" sz="1200" dirty="0" err="1"/>
              <a:t>loadNextPage</a:t>
            </a:r>
            <a:r>
              <a:rPr lang="de-DE" sz="1200" dirty="0"/>
              <a:t>()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C19B6ED1-6102-4142-AA26-A700DDDF5C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58" t="18393" r="5438" b="31064"/>
          <a:stretch>
            <a:fillRect/>
          </a:stretch>
        </p:blipFill>
        <p:spPr>
          <a:xfrm rot="5400000">
            <a:off x="-144247" y="5008983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C5B9-02A9-AA32-AD1D-EFF9A235A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BF31CB-906A-133F-FAF9-22CA5D309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13071" cy="1325563"/>
          </a:xfrm>
        </p:spPr>
        <p:txBody>
          <a:bodyPr/>
          <a:lstStyle/>
          <a:p>
            <a:r>
              <a:rPr lang="de-DE" dirty="0"/>
              <a:t>Detail Screen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9D629C-73B0-33AE-0A1A-48A92DA3D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378AAB-92DC-5B88-93B2-BFA1B32B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BCB54B-F51A-82BB-9F43-7DF0ECCDC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4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2174404-B300-4501-3FBF-D3772759A19A}"/>
              </a:ext>
            </a:extLst>
          </p:cNvPr>
          <p:cNvSpPr txBox="1"/>
          <p:nvPr/>
        </p:nvSpPr>
        <p:spPr>
          <a:xfrm>
            <a:off x="838200" y="1985146"/>
            <a:ext cx="44475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Data </a:t>
            </a:r>
            <a:r>
              <a:rPr lang="de-DE" sz="2400" dirty="0" err="1"/>
              <a:t>fetched</a:t>
            </a:r>
            <a:r>
              <a:rPr lang="de-DE" sz="2400" dirty="0"/>
              <a:t>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pokeapi.co</a:t>
            </a:r>
            <a:endParaRPr lang="de-DE" sz="2400" dirty="0"/>
          </a:p>
          <a:p>
            <a:pPr marL="285750" indent="-285750">
              <a:buFontTx/>
              <a:buChar char="-"/>
            </a:pPr>
            <a:r>
              <a:rPr lang="de-DE" sz="2400" dirty="0"/>
              <a:t>Type Images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local</a:t>
            </a:r>
            <a:r>
              <a:rPr lang="de-DE" sz="2400" dirty="0"/>
              <a:t> </a:t>
            </a:r>
            <a:r>
              <a:rPr lang="de-DE" sz="2400" dirty="0" err="1"/>
              <a:t>assets</a:t>
            </a:r>
            <a:endParaRPr lang="de-DE" sz="2400" dirty="0"/>
          </a:p>
          <a:p>
            <a:pPr marL="285750" indent="-285750">
              <a:buFontTx/>
              <a:buChar char="-"/>
            </a:pPr>
            <a:r>
              <a:rPr lang="de-DE" sz="2400" dirty="0"/>
              <a:t>Add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collection</a:t>
            </a:r>
            <a:r>
              <a:rPr lang="de-DE" sz="2400" dirty="0"/>
              <a:t> </a:t>
            </a:r>
            <a:r>
              <a:rPr lang="de-DE" sz="2400" dirty="0" err="1"/>
              <a:t>button</a:t>
            </a:r>
            <a:endParaRPr lang="de-DE" sz="2400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D1BF1B9-B10F-C27E-5187-C084C60EA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31"/>
          <a:stretch>
            <a:fillRect/>
          </a:stretch>
        </p:blipFill>
        <p:spPr>
          <a:xfrm>
            <a:off x="7273483" y="0"/>
            <a:ext cx="4080317" cy="696338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0BFE0EC-0891-AED9-9B2C-C27D41168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58" t="18393" r="5438" b="31064"/>
          <a:stretch>
            <a:fillRect/>
          </a:stretch>
        </p:blipFill>
        <p:spPr>
          <a:xfrm rot="10800000">
            <a:off x="5419299" y="0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733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F017-78F4-BF80-2C5D-723096D04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866093-8713-82E6-9C14-40987659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13071" cy="1325563"/>
          </a:xfrm>
        </p:spPr>
        <p:txBody>
          <a:bodyPr/>
          <a:lstStyle/>
          <a:p>
            <a:r>
              <a:rPr lang="de-DE" dirty="0"/>
              <a:t>Collection Screen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D353FDA-F334-09AC-C95F-C8F1289E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F4B3BF-EA37-B93E-531C-7ED7B751E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09D231-EC77-E4E7-9F2B-E7AFAB0E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5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DBFB4C5C-69CB-78C3-56D3-15C27C514F3D}"/>
              </a:ext>
            </a:extLst>
          </p:cNvPr>
          <p:cNvSpPr txBox="1"/>
          <p:nvPr/>
        </p:nvSpPr>
        <p:spPr>
          <a:xfrm>
            <a:off x="838200" y="1985146"/>
            <a:ext cx="5550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All </a:t>
            </a:r>
            <a:r>
              <a:rPr lang="de-DE" sz="2400" dirty="0" err="1"/>
              <a:t>collected</a:t>
            </a:r>
            <a:r>
              <a:rPr lang="de-DE" sz="2400" dirty="0"/>
              <a:t> </a:t>
            </a:r>
            <a:r>
              <a:rPr lang="de-DE" sz="2400" dirty="0" err="1"/>
              <a:t>pokemon</a:t>
            </a:r>
            <a:r>
              <a:rPr lang="de-DE" sz="2400" dirty="0"/>
              <a:t> (</a:t>
            </a:r>
            <a:r>
              <a:rPr lang="de-DE" sz="2400" dirty="0" err="1"/>
              <a:t>SharedPrefs</a:t>
            </a:r>
            <a:r>
              <a:rPr lang="de-DE" sz="2400" dirty="0"/>
              <a:t>)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Quicklinks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detail</a:t>
            </a:r>
            <a:endParaRPr lang="de-DE" sz="2400" dirty="0"/>
          </a:p>
          <a:p>
            <a:pPr marL="285750" indent="-285750">
              <a:buFontTx/>
              <a:buChar char="-"/>
            </a:pPr>
            <a:r>
              <a:rPr lang="de-DE" sz="2400" dirty="0"/>
              <a:t>Remove </a:t>
            </a:r>
            <a:r>
              <a:rPr lang="de-DE" sz="2400" dirty="0" err="1"/>
              <a:t>from</a:t>
            </a:r>
            <a:r>
              <a:rPr lang="de-DE" sz="2400" dirty="0"/>
              <a:t> </a:t>
            </a:r>
            <a:r>
              <a:rPr lang="de-DE" sz="2400" dirty="0" err="1"/>
              <a:t>collection</a:t>
            </a:r>
            <a:r>
              <a:rPr lang="de-DE" sz="2400" dirty="0"/>
              <a:t> on </a:t>
            </a:r>
            <a:r>
              <a:rPr lang="de-DE" sz="2400" dirty="0" err="1"/>
              <a:t>detail</a:t>
            </a:r>
            <a:r>
              <a:rPr lang="de-DE" sz="2400" dirty="0"/>
              <a:t> </a:t>
            </a:r>
            <a:r>
              <a:rPr lang="de-DE" sz="2400" dirty="0" err="1"/>
              <a:t>page</a:t>
            </a:r>
            <a:endParaRPr lang="de-DE" sz="24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DCA1943-85D2-18EB-3917-8881428D60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58"/>
          <a:stretch>
            <a:fillRect/>
          </a:stretch>
        </p:blipFill>
        <p:spPr>
          <a:xfrm>
            <a:off x="7239000" y="0"/>
            <a:ext cx="4114800" cy="7020107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D89AC9A-3D09-A165-0F41-155B89DB15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58" t="18393" r="5438" b="31064"/>
          <a:stretch>
            <a:fillRect/>
          </a:stretch>
        </p:blipFill>
        <p:spPr>
          <a:xfrm>
            <a:off x="2100050" y="6469793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86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68666-DC07-7135-779A-3E1A7267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86E5D9-FB93-5188-2994-A2FECEBF9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13071" cy="1325563"/>
          </a:xfrm>
        </p:spPr>
        <p:txBody>
          <a:bodyPr/>
          <a:lstStyle/>
          <a:p>
            <a:r>
              <a:rPr lang="de-DE" dirty="0"/>
              <a:t>Profile Screen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A0CD37-605A-FD36-B5CD-EE29AEC5A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491B79-C657-0FD5-272B-24888803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6A2D3-D0AC-A405-217B-98732A06D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6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6E9F4A3-B5A4-B9BC-2C16-ECF243EF336C}"/>
              </a:ext>
            </a:extLst>
          </p:cNvPr>
          <p:cNvSpPr txBox="1"/>
          <p:nvPr/>
        </p:nvSpPr>
        <p:spPr>
          <a:xfrm>
            <a:off x="838200" y="1985146"/>
            <a:ext cx="48681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Username</a:t>
            </a:r>
          </a:p>
          <a:p>
            <a:pPr marL="285750" indent="-285750">
              <a:buFontTx/>
              <a:buChar char="-"/>
            </a:pPr>
            <a:r>
              <a:rPr lang="de-DE" sz="2400" dirty="0"/>
              <a:t>Team </a:t>
            </a:r>
            <a:r>
              <a:rPr lang="de-DE" sz="2400" dirty="0" err="1"/>
              <a:t>Selection</a:t>
            </a:r>
            <a:endParaRPr lang="de-DE" sz="2400" dirty="0"/>
          </a:p>
          <a:p>
            <a:pPr marL="285750" indent="-285750">
              <a:buFontTx/>
              <a:buChar char="-"/>
            </a:pPr>
            <a:r>
              <a:rPr lang="de-DE" sz="2400" dirty="0"/>
              <a:t>Only </a:t>
            </a:r>
            <a:r>
              <a:rPr lang="de-DE" sz="2400" dirty="0" err="1"/>
              <a:t>collected</a:t>
            </a:r>
            <a:r>
              <a:rPr lang="de-DE" sz="2400" dirty="0"/>
              <a:t> </a:t>
            </a:r>
            <a:r>
              <a:rPr lang="de-DE" sz="2400" dirty="0" err="1"/>
              <a:t>pokemon</a:t>
            </a:r>
            <a:r>
              <a:rPr lang="de-DE" sz="2400" dirty="0"/>
              <a:t> </a:t>
            </a:r>
            <a:r>
              <a:rPr lang="de-DE" sz="2400" dirty="0" err="1"/>
              <a:t>can</a:t>
            </a:r>
            <a:r>
              <a:rPr lang="de-DE" sz="2400" dirty="0"/>
              <a:t> </a:t>
            </a:r>
            <a:r>
              <a:rPr lang="de-DE" sz="2400" dirty="0" err="1"/>
              <a:t>be</a:t>
            </a:r>
            <a:r>
              <a:rPr lang="de-DE" sz="2400" dirty="0"/>
              <a:t> </a:t>
            </a:r>
            <a:r>
              <a:rPr lang="de-DE" sz="2400" dirty="0" err="1"/>
              <a:t>selected</a:t>
            </a:r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All </a:t>
            </a:r>
            <a:r>
              <a:rPr lang="de-DE" sz="2400" dirty="0" err="1"/>
              <a:t>data</a:t>
            </a:r>
            <a:r>
              <a:rPr lang="de-DE" sz="2400" dirty="0"/>
              <a:t> persistent in </a:t>
            </a:r>
            <a:r>
              <a:rPr lang="de-DE" sz="2400" dirty="0" err="1"/>
              <a:t>SharedPrefs</a:t>
            </a:r>
            <a:endParaRPr lang="de-DE" sz="24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A85B4CA-D0AA-EA1D-EDB3-C019DFF2177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200"/>
          <a:stretch>
            <a:fillRect/>
          </a:stretch>
        </p:blipFill>
        <p:spPr>
          <a:xfrm>
            <a:off x="5601949" y="-1"/>
            <a:ext cx="3619500" cy="615847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6B6FB70-B041-2CFD-DFD7-6F161C399F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200"/>
          <a:stretch>
            <a:fillRect/>
          </a:stretch>
        </p:blipFill>
        <p:spPr>
          <a:xfrm>
            <a:off x="8741340" y="0"/>
            <a:ext cx="3619500" cy="6158471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09C4DD21-77DE-3DDD-D967-3DAE9F036A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458" t="18393" r="5438" b="31064"/>
          <a:stretch>
            <a:fillRect/>
          </a:stretch>
        </p:blipFill>
        <p:spPr>
          <a:xfrm rot="5400000">
            <a:off x="-144247" y="1452692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712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1B332-DEB1-D242-1CD8-15387020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3CF8E-5710-10C0-8B88-18D5747EB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13071" cy="1325563"/>
          </a:xfrm>
        </p:spPr>
        <p:txBody>
          <a:bodyPr/>
          <a:lstStyle/>
          <a:p>
            <a:r>
              <a:rPr lang="de-DE" dirty="0"/>
              <a:t>Settings Screen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D1EB83-7EDC-5BA1-87BA-EC4A41CF7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02ECB7-6695-F525-5DCF-60DF9018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44A96BF-DB8E-1EC0-73F3-B843871EB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7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63282278-408D-D04A-4452-EFE7BF8F083B}"/>
              </a:ext>
            </a:extLst>
          </p:cNvPr>
          <p:cNvSpPr txBox="1"/>
          <p:nvPr/>
        </p:nvSpPr>
        <p:spPr>
          <a:xfrm>
            <a:off x="838200" y="1985146"/>
            <a:ext cx="48681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2400" dirty="0"/>
              <a:t>Set Username</a:t>
            </a:r>
          </a:p>
          <a:p>
            <a:pPr marL="285750" indent="-285750">
              <a:buFontTx/>
              <a:buChar char="-"/>
            </a:pPr>
            <a:r>
              <a:rPr lang="de-DE" sz="2400" dirty="0" err="1"/>
              <a:t>Theme</a:t>
            </a:r>
            <a:r>
              <a:rPr lang="de-DE" sz="2400" dirty="0"/>
              <a:t> </a:t>
            </a:r>
            <a:r>
              <a:rPr lang="de-DE" sz="2400" dirty="0" err="1"/>
              <a:t>Selection</a:t>
            </a:r>
            <a:endParaRPr lang="de-DE" sz="2400" dirty="0"/>
          </a:p>
          <a:p>
            <a:endParaRPr lang="de-DE" sz="2400" dirty="0"/>
          </a:p>
          <a:p>
            <a:r>
              <a:rPr lang="de-DE" sz="2400" dirty="0"/>
              <a:t>All </a:t>
            </a:r>
            <a:r>
              <a:rPr lang="de-DE" sz="2400" dirty="0" err="1"/>
              <a:t>data</a:t>
            </a:r>
            <a:r>
              <a:rPr lang="de-DE" sz="2400" dirty="0"/>
              <a:t> persistent in </a:t>
            </a:r>
            <a:r>
              <a:rPr lang="de-DE" sz="2400" dirty="0" err="1"/>
              <a:t>SharedPrefs</a:t>
            </a:r>
            <a:endParaRPr lang="de-DE" sz="2400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E11F22C-C09A-AD9F-C254-8BD4D364BA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27"/>
          <a:stretch>
            <a:fillRect/>
          </a:stretch>
        </p:blipFill>
        <p:spPr>
          <a:xfrm>
            <a:off x="7008471" y="0"/>
            <a:ext cx="4114799" cy="700694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5ACEF9B-CC8B-233C-C10E-96A5354A4C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58" t="18393" r="5438" b="31064"/>
          <a:stretch>
            <a:fillRect/>
          </a:stretch>
        </p:blipFill>
        <p:spPr>
          <a:xfrm rot="16200000">
            <a:off x="11659546" y="1158234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1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82EFB7-D1C2-8BB6-B967-937E01ED2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Main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actions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F368A5E-556F-E70E-ECF1-05B407E43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Browse Pokémon</a:t>
            </a:r>
          </a:p>
          <a:p>
            <a:r>
              <a:rPr lang="de-DE" dirty="0"/>
              <a:t>Search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Pokédex</a:t>
            </a:r>
            <a:endParaRPr lang="de-DE" dirty="0"/>
          </a:p>
          <a:p>
            <a:r>
              <a:rPr lang="de-DE" dirty="0"/>
              <a:t>View live, </a:t>
            </a:r>
            <a:r>
              <a:rPr lang="de-DE" dirty="0" err="1"/>
              <a:t>updated</a:t>
            </a:r>
            <a:r>
              <a:rPr lang="de-DE" dirty="0"/>
              <a:t>, </a:t>
            </a:r>
            <a:r>
              <a:rPr lang="de-DE" dirty="0" err="1"/>
              <a:t>detail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r>
              <a:rPr lang="de-DE" dirty="0"/>
              <a:t>Save </a:t>
            </a:r>
            <a:r>
              <a:rPr lang="de-DE" dirty="0" err="1"/>
              <a:t>pokemon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collection</a:t>
            </a:r>
            <a:r>
              <a:rPr lang="de-DE" dirty="0"/>
              <a:t> (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example</a:t>
            </a:r>
            <a:r>
              <a:rPr lang="de-DE" dirty="0"/>
              <a:t> </a:t>
            </a:r>
            <a:r>
              <a:rPr lang="de-DE" dirty="0" err="1"/>
              <a:t>while</a:t>
            </a:r>
            <a:r>
              <a:rPr lang="de-DE" dirty="0"/>
              <a:t> </a:t>
            </a:r>
            <a:r>
              <a:rPr lang="de-DE" dirty="0" err="1"/>
              <a:t>playing</a:t>
            </a:r>
            <a:r>
              <a:rPr lang="de-DE" dirty="0"/>
              <a:t>)</a:t>
            </a:r>
          </a:p>
          <a:p>
            <a:r>
              <a:rPr lang="de-DE" dirty="0" err="1"/>
              <a:t>Build</a:t>
            </a:r>
            <a:r>
              <a:rPr lang="de-DE" dirty="0"/>
              <a:t> a </a:t>
            </a:r>
            <a:r>
              <a:rPr lang="de-DE" dirty="0" err="1"/>
              <a:t>six</a:t>
            </a:r>
            <a:r>
              <a:rPr lang="de-DE" dirty="0"/>
              <a:t>-slot </a:t>
            </a:r>
            <a:r>
              <a:rPr lang="de-DE" dirty="0" err="1"/>
              <a:t>team</a:t>
            </a:r>
            <a:endParaRPr lang="de-DE" dirty="0"/>
          </a:p>
          <a:p>
            <a:r>
              <a:rPr lang="de-DE" dirty="0"/>
              <a:t>Change </a:t>
            </a:r>
            <a:r>
              <a:rPr lang="de-DE" dirty="0" err="1"/>
              <a:t>trainer</a:t>
            </a:r>
            <a:r>
              <a:rPr lang="de-DE" dirty="0"/>
              <a:t> </a:t>
            </a:r>
            <a:r>
              <a:rPr lang="de-DE" dirty="0" err="1"/>
              <a:t>name</a:t>
            </a:r>
            <a:r>
              <a:rPr lang="de-DE" dirty="0"/>
              <a:t> and </a:t>
            </a:r>
            <a:r>
              <a:rPr lang="de-DE" dirty="0" err="1"/>
              <a:t>theme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70097F-715F-78A7-8B9B-A8DA030C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E8525D1-950F-4AAC-F6E0-78476B98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D01196-0144-640A-1DCD-F6E84EAB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8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CB1A45F-C16A-9010-EA5F-A5F052F7B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8" t="18393" r="5438" b="31064"/>
          <a:stretch>
            <a:fillRect/>
          </a:stretch>
        </p:blipFill>
        <p:spPr>
          <a:xfrm>
            <a:off x="8153400" y="6469793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998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872A75-AC6D-DF19-7A32-DFA1FCC28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Strategy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D24D55-75A3-A610-75D4-A029E1792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è"/>
            </a:pP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i="1" dirty="0" err="1"/>
              <a:t>pokemon_db.json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fast </a:t>
            </a:r>
            <a:r>
              <a:rPr lang="de-DE" dirty="0" err="1"/>
              <a:t>list</a:t>
            </a:r>
            <a:r>
              <a:rPr lang="de-DE" dirty="0"/>
              <a:t> </a:t>
            </a:r>
            <a:r>
              <a:rPr lang="de-DE" dirty="0" err="1"/>
              <a:t>loading</a:t>
            </a:r>
            <a:r>
              <a:rPr lang="de-DE" dirty="0"/>
              <a:t> and </a:t>
            </a:r>
            <a:r>
              <a:rPr lang="de-DE" dirty="0" err="1"/>
              <a:t>searching</a:t>
            </a:r>
            <a:endParaRPr lang="de-DE" dirty="0"/>
          </a:p>
          <a:p>
            <a:pPr>
              <a:buFont typeface="Wingdings" pitchFamily="2" charset="2"/>
              <a:buChar char="è"/>
            </a:pPr>
            <a:endParaRPr lang="de-DE" dirty="0"/>
          </a:p>
          <a:p>
            <a:pPr>
              <a:buFont typeface="Wingdings" pitchFamily="2" charset="2"/>
              <a:buChar char="è"/>
            </a:pPr>
            <a:r>
              <a:rPr lang="de-DE" dirty="0" err="1"/>
              <a:t>PokeAPI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detailed</a:t>
            </a:r>
            <a:r>
              <a:rPr lang="de-DE" dirty="0"/>
              <a:t> Pokémon </a:t>
            </a:r>
            <a:r>
              <a:rPr lang="de-DE" dirty="0" err="1"/>
              <a:t>data</a:t>
            </a:r>
            <a:endParaRPr lang="de-DE" dirty="0"/>
          </a:p>
          <a:p>
            <a:pPr>
              <a:buFont typeface="Wingdings" pitchFamily="2" charset="2"/>
              <a:buChar char="è"/>
            </a:pPr>
            <a:endParaRPr lang="de-DE" dirty="0"/>
          </a:p>
          <a:p>
            <a:pPr>
              <a:buFont typeface="Wingdings" pitchFamily="2" charset="2"/>
              <a:buChar char="è"/>
            </a:pPr>
            <a:r>
              <a:rPr lang="de-DE" dirty="0" err="1"/>
              <a:t>PokeAPI</a:t>
            </a:r>
            <a:r>
              <a:rPr lang="de-DE" dirty="0"/>
              <a:t> </a:t>
            </a:r>
            <a:r>
              <a:rPr lang="de-DE" dirty="0" err="1"/>
              <a:t>sprites</a:t>
            </a:r>
            <a:r>
              <a:rPr lang="de-DE" dirty="0"/>
              <a:t> </a:t>
            </a:r>
            <a:r>
              <a:rPr lang="de-DE" dirty="0" err="1"/>
              <a:t>repository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official</a:t>
            </a:r>
            <a:r>
              <a:rPr lang="de-DE" dirty="0"/>
              <a:t> </a:t>
            </a:r>
            <a:r>
              <a:rPr lang="de-DE" dirty="0" err="1"/>
              <a:t>artwork</a:t>
            </a:r>
            <a:endParaRPr lang="de-DE" dirty="0"/>
          </a:p>
          <a:p>
            <a:pPr>
              <a:buFont typeface="Wingdings" pitchFamily="2" charset="2"/>
              <a:buChar char="è"/>
            </a:pPr>
            <a:endParaRPr lang="de-DE" dirty="0"/>
          </a:p>
          <a:p>
            <a:pPr>
              <a:buFont typeface="Wingdings" pitchFamily="2" charset="2"/>
              <a:buChar char="è"/>
            </a:pPr>
            <a:r>
              <a:rPr lang="de-DE" dirty="0" err="1"/>
              <a:t>Local</a:t>
            </a:r>
            <a:r>
              <a:rPr lang="de-DE" dirty="0"/>
              <a:t> type </a:t>
            </a:r>
            <a:r>
              <a:rPr lang="de-DE" dirty="0" err="1"/>
              <a:t>badge</a:t>
            </a:r>
            <a:r>
              <a:rPr lang="de-DE" dirty="0"/>
              <a:t> </a:t>
            </a:r>
            <a:r>
              <a:rPr lang="de-DE" dirty="0" err="1"/>
              <a:t>icon</a:t>
            </a:r>
            <a:r>
              <a:rPr lang="de-DE" dirty="0"/>
              <a:t> </a:t>
            </a:r>
            <a:r>
              <a:rPr lang="de-DE" dirty="0" err="1"/>
              <a:t>assets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AAF3F4-62C5-B2CF-6C46-10FFD5EB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4C6987-FD6A-B946-21D6-B29D20854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2D4D40-6225-9F77-4F97-4CDE9BCDA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9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CC041D4-2AA0-4080-CE89-F2981E555E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8" t="18393" r="5438" b="31064"/>
          <a:stretch>
            <a:fillRect/>
          </a:stretch>
        </p:blipFill>
        <p:spPr>
          <a:xfrm rot="16200000">
            <a:off x="11659546" y="197293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102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A173F-213E-F72A-BFD0-EA31C8BC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State Management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1290B6-FABF-AC65-6D27-CC37ABD71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i="1" dirty="0" err="1"/>
              <a:t>provider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ChangeNotifier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manage </a:t>
            </a:r>
            <a:r>
              <a:rPr lang="de-DE" dirty="0" err="1"/>
              <a:t>shared</a:t>
            </a:r>
            <a:r>
              <a:rPr lang="de-DE" dirty="0"/>
              <a:t> </a:t>
            </a:r>
            <a:r>
              <a:rPr lang="de-DE" dirty="0" err="1"/>
              <a:t>app</a:t>
            </a:r>
            <a:r>
              <a:rPr lang="de-DE" dirty="0"/>
              <a:t> </a:t>
            </a:r>
            <a:r>
              <a:rPr lang="de-DE" dirty="0" err="1"/>
              <a:t>state</a:t>
            </a:r>
            <a:endParaRPr lang="de-DE" dirty="0"/>
          </a:p>
          <a:p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major</a:t>
            </a:r>
            <a:r>
              <a:rPr lang="de-DE" dirty="0"/>
              <a:t> feature </a:t>
            </a:r>
            <a:r>
              <a:rPr lang="de-DE" dirty="0" err="1"/>
              <a:t>has</a:t>
            </a:r>
            <a:r>
              <a:rPr lang="de-DE" dirty="0"/>
              <a:t> own </a:t>
            </a:r>
            <a:r>
              <a:rPr lang="de-DE" dirty="0" err="1"/>
              <a:t>provider</a:t>
            </a:r>
            <a:r>
              <a:rPr lang="de-DE" dirty="0"/>
              <a:t> 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BE6036-12FF-DF71-6CED-CFB4DD268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8B0749E-3A3B-6DCA-C440-C1D931135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6E123F-0E9A-D15F-E901-B5F29A796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10</a:t>
            </a:fld>
            <a:endParaRPr lang="de-DE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5B292653-3305-F4F4-FFED-53C1F3E730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469880"/>
              </p:ext>
            </p:extLst>
          </p:nvPr>
        </p:nvGraphicFramePr>
        <p:xfrm>
          <a:off x="1854200" y="3031942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1574242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917541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867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PokemonProvider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Loads and </a:t>
                      </a:r>
                      <a:r>
                        <a:rPr lang="de-DE" dirty="0" err="1"/>
                        <a:t>filters</a:t>
                      </a:r>
                      <a:r>
                        <a:rPr lang="de-DE" dirty="0"/>
                        <a:t> Pokémon </a:t>
                      </a:r>
                      <a:r>
                        <a:rPr lang="de-DE" dirty="0" err="1"/>
                        <a:t>list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2430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PokemonDetailProvider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Fetches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detailed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pokemon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data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31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CollectionProvider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Manages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saved</a:t>
                      </a:r>
                      <a:r>
                        <a:rPr lang="de-DE" dirty="0"/>
                        <a:t> Pokémon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782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TeamProvider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Manages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six</a:t>
                      </a:r>
                      <a:r>
                        <a:rPr lang="de-DE" dirty="0"/>
                        <a:t>-slot </a:t>
                      </a:r>
                      <a:r>
                        <a:rPr lang="de-DE" dirty="0" err="1"/>
                        <a:t>team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66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ProfileProvider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Stores </a:t>
                      </a:r>
                      <a:r>
                        <a:rPr lang="de-DE" dirty="0" err="1"/>
                        <a:t>trainer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profile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data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0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SettingsProvider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Manages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theme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preferences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546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NavigationProvider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Tracks </a:t>
                      </a:r>
                      <a:r>
                        <a:rPr lang="de-DE" dirty="0" err="1"/>
                        <a:t>selected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app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section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870176"/>
                  </a:ext>
                </a:extLst>
              </a:tr>
            </a:tbl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4D23986F-EEB9-7199-B0E4-1F47190E8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8" t="18393" r="5438" b="31064"/>
          <a:stretch>
            <a:fillRect/>
          </a:stretch>
        </p:blipFill>
        <p:spPr>
          <a:xfrm rot="10800000">
            <a:off x="10420621" y="0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17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6C8B44-D709-9CB7-B58F-9A8244BE8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Validators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C6E118-A7FD-B895-4751-92EDF22E5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Seperate</a:t>
            </a:r>
            <a:r>
              <a:rPr lang="de-DE" dirty="0"/>
              <a:t> </a:t>
            </a:r>
            <a:r>
              <a:rPr lang="de-DE" dirty="0" err="1"/>
              <a:t>validator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handle:</a:t>
            </a:r>
          </a:p>
          <a:p>
            <a:pPr lvl="1"/>
            <a:r>
              <a:rPr lang="de-DE" dirty="0"/>
              <a:t>Empty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input</a:t>
            </a:r>
            <a:endParaRPr lang="de-DE" dirty="0"/>
          </a:p>
          <a:p>
            <a:pPr lvl="1"/>
            <a:r>
              <a:rPr lang="de-DE" dirty="0"/>
              <a:t>Minimum </a:t>
            </a:r>
            <a:r>
              <a:rPr lang="de-DE" dirty="0" err="1"/>
              <a:t>search</a:t>
            </a:r>
            <a:r>
              <a:rPr lang="de-DE" dirty="0"/>
              <a:t> </a:t>
            </a:r>
            <a:r>
              <a:rPr lang="de-DE" dirty="0" err="1"/>
              <a:t>length</a:t>
            </a:r>
            <a:endParaRPr lang="de-DE" dirty="0"/>
          </a:p>
          <a:p>
            <a:pPr lvl="1"/>
            <a:r>
              <a:rPr lang="de-DE" dirty="0" err="1"/>
              <a:t>Unsupported</a:t>
            </a:r>
            <a:r>
              <a:rPr lang="de-DE" dirty="0"/>
              <a:t> </a:t>
            </a:r>
            <a:r>
              <a:rPr lang="de-DE" dirty="0" err="1"/>
              <a:t>characters</a:t>
            </a:r>
            <a:endParaRPr lang="de-DE" dirty="0"/>
          </a:p>
          <a:p>
            <a:pPr lvl="1"/>
            <a:r>
              <a:rPr lang="de-DE" dirty="0" err="1"/>
              <a:t>Numeric</a:t>
            </a:r>
            <a:r>
              <a:rPr lang="de-DE" dirty="0"/>
              <a:t> Pokémon IDs</a:t>
            </a:r>
          </a:p>
          <a:p>
            <a:endParaRPr lang="de-DE" dirty="0"/>
          </a:p>
          <a:p>
            <a:pPr>
              <a:buFont typeface="Wingdings" pitchFamily="2" charset="2"/>
              <a:buChar char="è"/>
            </a:pPr>
            <a:r>
              <a:rPr lang="de-DE" dirty="0" err="1"/>
              <a:t>Makes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validators</a:t>
            </a:r>
            <a:r>
              <a:rPr lang="de-DE" dirty="0"/>
              <a:t> </a:t>
            </a:r>
            <a:r>
              <a:rPr lang="de-DE" dirty="0" err="1"/>
              <a:t>easier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and </a:t>
            </a:r>
            <a:r>
              <a:rPr lang="de-DE" dirty="0" err="1"/>
              <a:t>keeps</a:t>
            </a:r>
            <a:r>
              <a:rPr lang="de-DE" dirty="0"/>
              <a:t> code cleaner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5E9AE2-97E7-3248-7924-1DDD3909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05FFBEB-A2E6-51BE-5659-233F858E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F0235A-50DD-1222-6EA4-D400F587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11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77F662B-57B5-A4CA-9736-E99B570736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8" t="18393" r="5438" b="31064"/>
          <a:stretch>
            <a:fillRect/>
          </a:stretch>
        </p:blipFill>
        <p:spPr>
          <a:xfrm rot="5400000">
            <a:off x="-144247" y="3807190"/>
            <a:ext cx="676701" cy="38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6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67095B-6D53-4038-06A9-202842CF1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Testing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BF1FC4-0CFC-CC0A-A3C7-7C4BDA771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Unit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cover</a:t>
            </a:r>
            <a:r>
              <a:rPr lang="de-DE" dirty="0"/>
              <a:t> </a:t>
            </a:r>
            <a:r>
              <a:rPr lang="de-DE" dirty="0" err="1"/>
              <a:t>basically</a:t>
            </a:r>
            <a:r>
              <a:rPr lang="de-DE" dirty="0"/>
              <a:t> all </a:t>
            </a:r>
            <a:r>
              <a:rPr lang="de-DE" dirty="0" err="1"/>
              <a:t>files</a:t>
            </a:r>
            <a:r>
              <a:rPr lang="de-DE" dirty="0"/>
              <a:t> / </a:t>
            </a:r>
            <a:r>
              <a:rPr lang="de-DE" dirty="0" err="1"/>
              <a:t>functions</a:t>
            </a:r>
            <a:endParaRPr lang="de-DE" dirty="0"/>
          </a:p>
          <a:p>
            <a:r>
              <a:rPr lang="de-DE" dirty="0"/>
              <a:t>Widget </a:t>
            </a:r>
            <a:r>
              <a:rPr lang="de-DE" dirty="0" err="1"/>
              <a:t>tests</a:t>
            </a:r>
            <a:r>
              <a:rPr lang="de-DE" dirty="0"/>
              <a:t> </a:t>
            </a:r>
            <a:r>
              <a:rPr lang="de-DE" dirty="0" err="1"/>
              <a:t>include</a:t>
            </a:r>
            <a:r>
              <a:rPr lang="de-DE" dirty="0"/>
              <a:t> </a:t>
            </a:r>
            <a:r>
              <a:rPr lang="de-DE" dirty="0" err="1"/>
              <a:t>full</a:t>
            </a:r>
            <a:r>
              <a:rPr lang="de-DE" dirty="0"/>
              <a:t> </a:t>
            </a:r>
            <a:r>
              <a:rPr lang="de-DE" dirty="0" err="1"/>
              <a:t>user</a:t>
            </a:r>
            <a:r>
              <a:rPr lang="de-DE" dirty="0"/>
              <a:t> </a:t>
            </a:r>
            <a:r>
              <a:rPr lang="de-DE" dirty="0" err="1"/>
              <a:t>flow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i="1" dirty="0" err="1"/>
              <a:t>tester</a:t>
            </a:r>
            <a:r>
              <a:rPr lang="de-DE" i="1" dirty="0"/>
              <a:t>.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navigates</a:t>
            </a:r>
            <a:r>
              <a:rPr lang="de-DE" dirty="0"/>
              <a:t> and </a:t>
            </a:r>
            <a:r>
              <a:rPr lang="de-DE" dirty="0" err="1"/>
              <a:t>clicks</a:t>
            </a:r>
            <a:r>
              <a:rPr lang="de-DE" dirty="0"/>
              <a:t> </a:t>
            </a:r>
            <a:r>
              <a:rPr lang="de-DE" dirty="0" err="1"/>
              <a:t>through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</a:t>
            </a:r>
            <a:endParaRPr lang="de-DE" i="1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407CF6-F569-677E-15FD-7E7B5807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EF9D2F6-FDB3-776C-A5C0-B1E90472D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2AD243-6CE0-938B-839C-EFD7F426E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12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4A84BB4-C04D-DDD0-3277-8043646B61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58" t="18393" r="5438" b="31064"/>
          <a:stretch>
            <a:fillRect/>
          </a:stretch>
        </p:blipFill>
        <p:spPr>
          <a:xfrm>
            <a:off x="3471650" y="6469793"/>
            <a:ext cx="676701" cy="38820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20224CA-6A4B-8FD7-0358-11AD268B1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11" y="3531394"/>
            <a:ext cx="39243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982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E0C09-A7CC-3F96-CD09-AE528ACD0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3EFFCE-3078-0CE9-7853-AF50236BC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30.05.26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7B8491-A6B8-4751-2227-442E76367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Mobile Applications (5123026)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0B016A-FF08-AB11-A588-0AB154F73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71C8D-2AF5-254F-A416-7677BCABA96D}" type="slidenum">
              <a:rPr lang="de-DE" smtClean="0"/>
              <a:t>13</a:t>
            </a:fld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F777F68-19F0-7336-759C-6AD2902D5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8077"/>
            <a:ext cx="5858831" cy="4394123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A2B7F6AC-3645-C731-E8EA-534BD3AB70BC}"/>
              </a:ext>
            </a:extLst>
          </p:cNvPr>
          <p:cNvSpPr txBox="1">
            <a:spLocks/>
          </p:cNvSpPr>
          <p:nvPr/>
        </p:nvSpPr>
        <p:spPr>
          <a:xfrm>
            <a:off x="4638458" y="434277"/>
            <a:ext cx="7252906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1000" b="1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1810869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Macintosh PowerPoint</Application>
  <PresentationFormat>Breitbild</PresentationFormat>
  <Paragraphs>123</Paragraphs>
  <Slides>13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</vt:lpstr>
      <vt:lpstr>FLUTTERMON</vt:lpstr>
      <vt:lpstr>Architecture</vt:lpstr>
      <vt:lpstr>Main Screen</vt:lpstr>
      <vt:lpstr>Detail Screen</vt:lpstr>
      <vt:lpstr>Collection Screen</vt:lpstr>
      <vt:lpstr>Profile Screen</vt:lpstr>
      <vt:lpstr>Settings Screen</vt:lpstr>
      <vt:lpstr>Main user actions</vt:lpstr>
      <vt:lpstr>Data Strategy</vt:lpstr>
      <vt:lpstr>State Management</vt:lpstr>
      <vt:lpstr>Validators</vt:lpstr>
      <vt:lpstr>Testing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Heppenheimer</dc:creator>
  <cp:lastModifiedBy>David Heppenheimer</cp:lastModifiedBy>
  <cp:revision>12</cp:revision>
  <dcterms:created xsi:type="dcterms:W3CDTF">2026-05-29T18:33:07Z</dcterms:created>
  <dcterms:modified xsi:type="dcterms:W3CDTF">2026-05-30T10:18:29Z</dcterms:modified>
</cp:coreProperties>
</file>